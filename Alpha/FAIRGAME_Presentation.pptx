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LLM agents increasingly interact, and those interactions can expose biases. Most evaluations look at single models. FAIRGAME studies multi-agent behaviour using game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Emphasise that the same setup can be re-run across models, languages and personalities, which makes results comparable and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LLMs, five languages, two classic games. Prisoner's Dilemma looks at cooperation versus defection; Battle of the Sexes looks at coordination when preferences differ. The study reports 72,000 individual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two games, then the cross-cutting factors: language, game conditions and prior knowledge. The key message is that behaviour is not fixed; it depends on model, language, personality and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contribution: a systematic, reproducible framework. Mention future work and close on the final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FAIRGAME: A Framework for AI Agents Bias Recognition Using Game Theory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Bias and Strategic Behaviour in Multi-Agent AI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AI agents increasingly interact and make decisions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interactions can reveal biases and unpredictable strategic behaviour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evaluations test single models, not interactions between agents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H="1">
            <a:off x="6720840" y="1051560"/>
            <a:ext cx="777240" cy="1737360"/>
          </a:xfrm>
          <a:prstGeom prst="line">
            <a:avLst/>
          </a:prstGeom>
          <a:noFill/>
          <a:ln w="19050">
            <a:solidFill>
              <a:srgbClr val="8FD0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051560"/>
            <a:ext cx="777240" cy="1737360"/>
          </a:xfrm>
          <a:prstGeom prst="line">
            <a:avLst/>
          </a:prstGeom>
          <a:noFill/>
          <a:ln w="19050">
            <a:solidFill>
              <a:srgbClr val="8FD0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2788920"/>
            <a:ext cx="1554480" cy="0"/>
          </a:xfrm>
          <a:prstGeom prst="line">
            <a:avLst/>
          </a:prstGeom>
          <a:noFill/>
          <a:ln w="19050">
            <a:solidFill>
              <a:srgbClr val="8F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640080"/>
            <a:ext cx="822960" cy="822960"/>
          </a:xfrm>
          <a:prstGeom prst="ellipse">
            <a:avLst/>
          </a:prstGeom>
          <a:solidFill>
            <a:srgbClr val="3A8F8C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377440"/>
            <a:ext cx="822960" cy="822960"/>
          </a:xfrm>
          <a:prstGeom prst="ellipse">
            <a:avLst/>
          </a:prstGeom>
          <a:solidFill>
            <a:srgbClr val="3A8F8C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0" y="2377440"/>
            <a:ext cx="822960" cy="822960"/>
          </a:xfrm>
          <a:prstGeom prst="ellipse">
            <a:avLst/>
          </a:prstGeom>
          <a:solidFill>
            <a:srgbClr val="3A8F8C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Interacting LLM agents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3A8F8C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FAIRGAME to study AI-agent behaviour and identify biases using game theory.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FAIRGAME Framework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framework for simulating interactions between LLM-powered agents, built to make AI behaviour easier to test, compare, and reproduce.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0992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Configuration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258568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payoff matrices, personality traits, rounds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22576" y="2304288"/>
            <a:ext cx="231648" cy="237744"/>
          </a:xfrm>
          <a:prstGeom prst="rightArrow">
            <a:avLst/>
          </a:prstGeom>
          <a:solidFill>
            <a:srgbClr val="3A8F8C"/>
          </a:solidFill>
          <a:ln w="12700">
            <a:solidFill>
              <a:srgbClr val="3A8F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0800" y="160020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00528" y="170992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and LLM Agents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00528" y="2258568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 in different languages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56176" y="2304288"/>
            <a:ext cx="231648" cy="237744"/>
          </a:xfrm>
          <a:prstGeom prst="rightArrow">
            <a:avLst/>
          </a:prstGeom>
          <a:solidFill>
            <a:srgbClr val="3A8F8C"/>
          </a:solidFill>
          <a:ln w="12700">
            <a:solidFill>
              <a:srgbClr val="3A8F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4400" y="160020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4128" y="170992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Simulation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4128" y="2258568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play; decisions and outcomes are recorded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9776" y="2304288"/>
            <a:ext cx="231648" cy="237744"/>
          </a:xfrm>
          <a:prstGeom prst="rightArrow">
            <a:avLst/>
          </a:prstGeom>
          <a:solidFill>
            <a:srgbClr val="3A8F8C"/>
          </a:solidFill>
          <a:ln w="12700">
            <a:solidFill>
              <a:srgbClr val="3A8F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60020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67728" y="170992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Analysis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2258568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across models, languages, personalities, conditions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86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Language-related biases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3886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of cooperative and selfish personalities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3886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under different rewards and penalties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886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AI behaviour and game-theory predictions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377440" cy="3566160"/>
          </a:xfrm>
          <a:prstGeom prst="roundRect">
            <a:avLst>
              <a:gd name="adj" fmla="val 307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72,000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decisions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across the experiments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0972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188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5361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3.1 405B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 1.5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10972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188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5361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Mandarin Chinese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08960" y="2971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6120" y="3063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341071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Prisoner's Dilemma: cooperation vs defection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of the Sexes: coordination with different preferences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89320" y="2971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3063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tested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41071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personalities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conditions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number of rounds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rounds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Prisoner's Dilemma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often favoured defection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across conditions and models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Selfish settings generally reduced cooperation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0584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of the Sexes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generally coordinated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across models and rounds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generally improved outcomes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3A8F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383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Influenced decisions and levels of cooperation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30175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3A8F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conditions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383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Payoffs and knowing the number of rounds shaped strategy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30175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3A8F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knowledge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383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games and characters influenced choices, not only payoffs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takeaway: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behaviour changes depending on the model, language, personality, and game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systematic, reproducible way to study interactions between LLM agents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behavioural biases, inconsistencies, and differences between models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more reliable, fair, and trustworthy 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bias dimensions (e.g., age, gender, nationality, race)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between agents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with more than two agents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negotiation, cybersecurity, customer service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03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“Evaluating AI requires studying not only individual models, but also how they behave when interacting with others.”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FAIRGAME: A Framework for AI Agents Bias Recognition Using Game Theory</dc:title>
  <dc:subject>PptxGenJS Presentation</dc:subject>
  <dc:creator>PptxGenJS</dc:creator>
  <cp:lastModifiedBy>PptxGenJS</cp:lastModifiedBy>
  <cp:revision>1</cp:revision>
  <dcterms:created xsi:type="dcterms:W3CDTF">2026-10-04T14:11:03Z</dcterms:created>
  <dcterms:modified xsi:type="dcterms:W3CDTF">2026-10-04T14:11:03Z</dcterms:modified>
</cp:coreProperties>
</file>